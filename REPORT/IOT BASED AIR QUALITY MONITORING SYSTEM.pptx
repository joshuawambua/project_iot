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4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25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056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080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813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036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869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99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16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63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626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786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24F25-CD40-413E-94B3-149CE06364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D2934-ABB5-47E9-B10A-9B23EFB18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076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671259"/>
            <a:ext cx="9144000" cy="2387600"/>
          </a:xfrm>
        </p:spPr>
        <p:txBody>
          <a:bodyPr/>
          <a:lstStyle/>
          <a:p>
            <a:r>
              <a:rPr lang="en-US" dirty="0" smtClean="0"/>
              <a:t>IOT BASED AIR QUALITY MONITORING SYSTEM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 smtClean="0"/>
              <a:t>Presented by:</a:t>
            </a:r>
          </a:p>
          <a:p>
            <a:r>
              <a:rPr lang="en-US" b="1" dirty="0" smtClean="0"/>
              <a:t>1.JOSHUA WAMBUA-EG209/109705/22</a:t>
            </a:r>
          </a:p>
          <a:p>
            <a:r>
              <a:rPr lang="en-US" b="1" dirty="0" smtClean="0"/>
              <a:t>2.TABITHA NAISIAI-EG209/ </a:t>
            </a:r>
            <a:r>
              <a:rPr lang="en-US" b="1" dirty="0"/>
              <a:t>109725</a:t>
            </a:r>
            <a:r>
              <a:rPr lang="en-US" b="1" dirty="0" smtClean="0"/>
              <a:t>/22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374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1322</TotalTime>
  <Words>15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IOT BASED AIR QUALITY MONITORING SYSTEM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BASED AIR QUALITY MONITORING SYSTEM</dc:title>
  <dc:creator>Joshua</dc:creator>
  <cp:lastModifiedBy>Joshua</cp:lastModifiedBy>
  <cp:revision>3</cp:revision>
  <dcterms:created xsi:type="dcterms:W3CDTF">2026-04-28T17:16:20Z</dcterms:created>
  <dcterms:modified xsi:type="dcterms:W3CDTF">2026-04-29T15:19:02Z</dcterms:modified>
</cp:coreProperties>
</file>