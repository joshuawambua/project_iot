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5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80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1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36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6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9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1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2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8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24F25-CD40-413E-94B3-149CE063643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D2934-ABB5-47E9-B10A-9B23EFB18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7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IOT BASED AIR QUALITY MONITORING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by:</a:t>
            </a:r>
          </a:p>
          <a:p>
            <a:r>
              <a:rPr lang="en-US" dirty="0" smtClean="0"/>
              <a:t>1.JOSHUA WAMBUA-EG209/109705/22</a:t>
            </a:r>
          </a:p>
          <a:p>
            <a:r>
              <a:rPr lang="en-US" smtClean="0"/>
              <a:t>2.TABITHA NAISIAI-EG209/ /22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37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IOT BASED AIR QUALITY MONITORING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BASED AIR QUALITY MONITORING SYSTEM</dc:title>
  <dc:creator>Joshua</dc:creator>
  <cp:lastModifiedBy>Joshua</cp:lastModifiedBy>
  <cp:revision>1</cp:revision>
  <dcterms:created xsi:type="dcterms:W3CDTF">2026-04-28T17:16:20Z</dcterms:created>
  <dcterms:modified xsi:type="dcterms:W3CDTF">2026-04-28T17:16:47Z</dcterms:modified>
</cp:coreProperties>
</file>